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EVALUACIÓN CLÍNICA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 escalas gold standard, integradas y verificadas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1A4F8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escalas con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 verificada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645920"/>
            <a:ext cx="1280160" cy="2011680"/>
          </a:xfrm>
          <a:prstGeom prst="roundRect">
            <a:avLst>
              <a:gd name="adj" fmla="val 7143"/>
            </a:avLst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7830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19272" y="2606040"/>
            <a:ext cx="1133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Fisioterapia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45152" y="1645920"/>
            <a:ext cx="1280160" cy="2011680"/>
          </a:xfrm>
          <a:prstGeom prst="roundRect">
            <a:avLst>
              <a:gd name="adj" fmla="val 7143"/>
            </a:avLst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7830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18304" y="2606040"/>
            <a:ext cx="1133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Hidroterapia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44184" y="1645920"/>
            <a:ext cx="1280160" cy="2011680"/>
          </a:xfrm>
          <a:prstGeom prst="roundRect">
            <a:avLst>
              <a:gd name="adj" fmla="val 7143"/>
            </a:avLst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44184" y="17830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17336" y="2606040"/>
            <a:ext cx="1133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Terapia Ocupacional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43216" y="1645920"/>
            <a:ext cx="1280160" cy="2011680"/>
          </a:xfrm>
          <a:prstGeom prst="roundRect">
            <a:avLst>
              <a:gd name="adj" fmla="val 7143"/>
            </a:avLst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43216" y="17830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16368" y="2606040"/>
            <a:ext cx="1133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Terapia del Lenguaje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42248" y="1645920"/>
            <a:ext cx="1280160" cy="2011680"/>
          </a:xfrm>
          <a:prstGeom prst="roundRect">
            <a:avLst>
              <a:gd name="adj" fmla="val 7143"/>
            </a:avLst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42248" y="17830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915400" y="2606040"/>
            <a:ext cx="1133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Psicología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241280" y="1645920"/>
            <a:ext cx="1280160" cy="2011680"/>
          </a:xfrm>
          <a:prstGeom prst="roundRect">
            <a:avLst>
              <a:gd name="adj" fmla="val 7143"/>
            </a:avLst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0" y="17830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314432" y="2606040"/>
            <a:ext cx="1133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Neuropsicología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escala se probó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casos de máximo, mínimo y cortes de clasificación exactos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antes de integrarse — no solo se transcribió, se verificó.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61772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FF3EB"/>
          </a:solidFill>
          <a:ln w="12700">
            <a:solidFill>
              <a:srgbClr val="F5D5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inconsistencias matemáticas reales, detectadas y corregidas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SF-36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un ítem mal recodificado impedía que la dimensión de Función Social llegara nunca a 0 o 100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WAB (Western Aphasia Battery)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la fórmula original topaba el Cociente de Afasia en 80, no en 100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de Tinetti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la sección de marcha sumaba 10 puntos reales, no los 12 declarados originalmente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motor de cálculo para cada tipo de escala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 escalas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Puntaje = suma directa de las respuestas seleccionadas, con clasificación automática por rangos.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Ej: FMA, MMSE, Berg, WeeFIM, Katz, Zarit...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4069080"/>
            <a:ext cx="470916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25196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 de aplicar y verificar — ideal para el volumen principal del banco.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0116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escalas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83680" y="283464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Puntaje calculado con fórmulas clínicas reales: recodificación, promedios por sección, Z-scores, índices de prioridad.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35661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Ej: SF-36, WAB, OSA, BDAE, LOTCA, Frenchay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4069080"/>
            <a:ext cx="470916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25196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las pruebas más complejas del banco, donde una simple suma sería clínicamente incorrecta.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2026-08-16T00:30:13Z</dcterms:created>
  <dcterms:modified xsi:type="dcterms:W3CDTF">2026-08-16T00:30:13Z</dcterms:modified>
</cp:coreProperties>
</file>